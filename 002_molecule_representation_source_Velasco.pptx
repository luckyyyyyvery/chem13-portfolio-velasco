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Ketchup Manis" charset="1" panose="00000000000000000000"/>
      <p:regular r:id="rId16"/>
    </p:embeddedFont>
    <p:embeddedFont>
      <p:font typeface="Bricolage Grotesque" charset="1" panose="020B0605040402000204"/>
      <p:regular r:id="rId17"/>
    </p:embeddedFont>
    <p:embeddedFont>
      <p:font typeface="Bricolage Grotesque Bold" charset="1" panose="020B060504040200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31713" y="6790910"/>
            <a:ext cx="5487937" cy="2115208"/>
            <a:chOff x="0" y="0"/>
            <a:chExt cx="7317249" cy="2820277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10"/>
            <a:srcRect l="3298" t="0" r="3298" b="0"/>
            <a:stretch>
              <a:fillRect/>
            </a:stretch>
          </p:blipFill>
          <p:spPr>
            <a:xfrm flipH="false" flipV="false">
              <a:off x="0" y="0"/>
              <a:ext cx="7317249" cy="2820277"/>
            </a:xfrm>
            <a:prstGeom prst="rect">
              <a:avLst/>
            </a:prstGeom>
          </p:spPr>
        </p:pic>
      </p:grpSp>
      <p:sp>
        <p:nvSpPr>
          <p:cNvPr name="Freeform 20" id="20"/>
          <p:cNvSpPr/>
          <p:nvPr/>
        </p:nvSpPr>
        <p:spPr>
          <a:xfrm flipH="false" flipV="false" rot="0">
            <a:off x="9656326" y="1512307"/>
            <a:ext cx="7238711" cy="4515577"/>
          </a:xfrm>
          <a:custGeom>
            <a:avLst/>
            <a:gdLst/>
            <a:ahLst/>
            <a:cxnLst/>
            <a:rect r="r" b="b" t="t" l="l"/>
            <a:pathLst>
              <a:path h="4515577" w="7238711">
                <a:moveTo>
                  <a:pt x="0" y="0"/>
                </a:moveTo>
                <a:lnTo>
                  <a:pt x="7238711" y="0"/>
                </a:lnTo>
                <a:lnTo>
                  <a:pt x="7238711" y="4515577"/>
                </a:lnTo>
                <a:lnTo>
                  <a:pt x="0" y="45155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568781" y="47650"/>
            <a:ext cx="7150437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PR</a:t>
            </a: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OPANE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46619" y="2731483"/>
            <a:ext cx="3968405" cy="175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4"/>
              </a:lnSpc>
            </a:pPr>
            <a:r>
              <a:rPr lang="en-US" sz="13843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C₃H₈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4059" y="7319389"/>
            <a:ext cx="7256520" cy="132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4"/>
              </a:lnSpc>
            </a:pPr>
            <a:r>
              <a:rPr lang="en-US" sz="10478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CH₃CH₂CH₃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60737" y="6360684"/>
            <a:ext cx="7429889" cy="2724293"/>
          </a:xfrm>
          <a:custGeom>
            <a:avLst/>
            <a:gdLst/>
            <a:ahLst/>
            <a:cxnLst/>
            <a:rect r="r" b="b" t="t" l="l"/>
            <a:pathLst>
              <a:path h="2724293" w="7429889">
                <a:moveTo>
                  <a:pt x="0" y="0"/>
                </a:moveTo>
                <a:lnTo>
                  <a:pt x="7429889" y="0"/>
                </a:lnTo>
                <a:lnTo>
                  <a:pt x="7429889" y="2724292"/>
                </a:lnTo>
                <a:lnTo>
                  <a:pt x="0" y="27242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54247" y="1028700"/>
            <a:ext cx="7136828" cy="5026476"/>
          </a:xfrm>
          <a:custGeom>
            <a:avLst/>
            <a:gdLst/>
            <a:ahLst/>
            <a:cxnLst/>
            <a:rect r="r" b="b" t="t" l="l"/>
            <a:pathLst>
              <a:path h="5026476" w="7136828">
                <a:moveTo>
                  <a:pt x="0" y="0"/>
                </a:moveTo>
                <a:lnTo>
                  <a:pt x="7136828" y="0"/>
                </a:lnTo>
                <a:lnTo>
                  <a:pt x="7136828" y="5026476"/>
                </a:lnTo>
                <a:lnTo>
                  <a:pt x="0" y="50264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509449" y="47650"/>
            <a:ext cx="7269101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ETHANOL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78350" y="2731483"/>
            <a:ext cx="5467936" cy="175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4"/>
              </a:lnSpc>
            </a:pPr>
            <a:r>
              <a:rPr lang="en-US" sz="13843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C₂H₆O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059" y="7319389"/>
            <a:ext cx="7256520" cy="132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4"/>
              </a:lnSpc>
            </a:pPr>
            <a:r>
              <a:rPr lang="en-US" sz="10478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CH₃CH₂OH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786213" y="1293869"/>
            <a:ext cx="5018573" cy="4494592"/>
          </a:xfrm>
          <a:custGeom>
            <a:avLst/>
            <a:gdLst/>
            <a:ahLst/>
            <a:cxnLst/>
            <a:rect r="r" b="b" t="t" l="l"/>
            <a:pathLst>
              <a:path h="4494592" w="5018573">
                <a:moveTo>
                  <a:pt x="0" y="0"/>
                </a:moveTo>
                <a:lnTo>
                  <a:pt x="5018573" y="0"/>
                </a:lnTo>
                <a:lnTo>
                  <a:pt x="5018573" y="4494591"/>
                </a:lnTo>
                <a:lnTo>
                  <a:pt x="0" y="449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1287601" y="6360684"/>
            <a:ext cx="3504531" cy="3115138"/>
          </a:xfrm>
          <a:custGeom>
            <a:avLst/>
            <a:gdLst/>
            <a:ahLst/>
            <a:cxnLst/>
            <a:rect r="r" b="b" t="t" l="l"/>
            <a:pathLst>
              <a:path h="3115138" w="3504531">
                <a:moveTo>
                  <a:pt x="3504531" y="0"/>
                </a:moveTo>
                <a:lnTo>
                  <a:pt x="0" y="0"/>
                </a:lnTo>
                <a:lnTo>
                  <a:pt x="0" y="3115138"/>
                </a:lnTo>
                <a:lnTo>
                  <a:pt x="3504531" y="3115138"/>
                </a:lnTo>
                <a:lnTo>
                  <a:pt x="3504531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61386" y="47650"/>
            <a:ext cx="7269101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ACETONE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78350" y="2731483"/>
            <a:ext cx="5467936" cy="175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4"/>
              </a:lnSpc>
            </a:pPr>
            <a:r>
              <a:rPr lang="en-US" sz="13843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C₃H₆O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059" y="7319389"/>
            <a:ext cx="7256520" cy="132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4"/>
              </a:lnSpc>
            </a:pPr>
            <a:r>
              <a:rPr lang="en-US" sz="10478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CH₃COCH₃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190815" y="1203894"/>
            <a:ext cx="5698103" cy="4851282"/>
          </a:xfrm>
          <a:custGeom>
            <a:avLst/>
            <a:gdLst/>
            <a:ahLst/>
            <a:cxnLst/>
            <a:rect r="r" b="b" t="t" l="l"/>
            <a:pathLst>
              <a:path h="4851282" w="5698103">
                <a:moveTo>
                  <a:pt x="0" y="0"/>
                </a:moveTo>
                <a:lnTo>
                  <a:pt x="5698103" y="0"/>
                </a:lnTo>
                <a:lnTo>
                  <a:pt x="5698103" y="4851282"/>
                </a:lnTo>
                <a:lnTo>
                  <a:pt x="0" y="4851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79771" y="6256660"/>
            <a:ext cx="4391821" cy="3259908"/>
          </a:xfrm>
          <a:custGeom>
            <a:avLst/>
            <a:gdLst/>
            <a:ahLst/>
            <a:cxnLst/>
            <a:rect r="r" b="b" t="t" l="l"/>
            <a:pathLst>
              <a:path h="3259908" w="4391821">
                <a:moveTo>
                  <a:pt x="0" y="0"/>
                </a:moveTo>
                <a:lnTo>
                  <a:pt x="4391821" y="0"/>
                </a:lnTo>
                <a:lnTo>
                  <a:pt x="4391821" y="3259908"/>
                </a:lnTo>
                <a:lnTo>
                  <a:pt x="0" y="32599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424116" y="47650"/>
            <a:ext cx="9439768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ACETIC ACID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1178" y="2769583"/>
            <a:ext cx="6733377" cy="191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27"/>
              </a:lnSpc>
            </a:pPr>
            <a:r>
              <a:rPr lang="en-US" sz="15190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C₂H₄O₂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1178" y="7357489"/>
            <a:ext cx="6388719" cy="132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4"/>
              </a:lnSpc>
            </a:pPr>
            <a:r>
              <a:rPr lang="en-US" sz="10478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CH₃COOH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91011" y="6199526"/>
            <a:ext cx="6158351" cy="3378540"/>
          </a:xfrm>
          <a:custGeom>
            <a:avLst/>
            <a:gdLst/>
            <a:ahLst/>
            <a:cxnLst/>
            <a:rect r="r" b="b" t="t" l="l"/>
            <a:pathLst>
              <a:path h="3378540" w="6158351">
                <a:moveTo>
                  <a:pt x="0" y="0"/>
                </a:moveTo>
                <a:lnTo>
                  <a:pt x="6158352" y="0"/>
                </a:lnTo>
                <a:lnTo>
                  <a:pt x="6158352" y="3378540"/>
                </a:lnTo>
                <a:lnTo>
                  <a:pt x="0" y="3378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9424481" y="1512307"/>
            <a:ext cx="7702402" cy="4391477"/>
          </a:xfrm>
          <a:custGeom>
            <a:avLst/>
            <a:gdLst/>
            <a:ahLst/>
            <a:cxnLst/>
            <a:rect r="r" b="b" t="t" l="l"/>
            <a:pathLst>
              <a:path h="4391477" w="7702402">
                <a:moveTo>
                  <a:pt x="0" y="4391477"/>
                </a:moveTo>
                <a:lnTo>
                  <a:pt x="7702402" y="4391477"/>
                </a:lnTo>
                <a:lnTo>
                  <a:pt x="7702402" y="0"/>
                </a:lnTo>
                <a:lnTo>
                  <a:pt x="0" y="0"/>
                </a:lnTo>
                <a:lnTo>
                  <a:pt x="0" y="4391477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59137" y="9550"/>
            <a:ext cx="12169725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ETHYL ACETATE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1178" y="2769583"/>
            <a:ext cx="6733377" cy="191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27"/>
              </a:lnSpc>
            </a:pPr>
            <a:r>
              <a:rPr lang="en-US" sz="15190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C₄H₈O₂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8399" y="7290814"/>
            <a:ext cx="7587839" cy="226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7"/>
              </a:lnSpc>
            </a:pPr>
            <a:r>
              <a:rPr lang="en-US" sz="7878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CH₃COOCH₂CH₃</a:t>
            </a:r>
          </a:p>
          <a:p>
            <a:pPr algn="l">
              <a:lnSpc>
                <a:spcPts val="9744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85710" y="6291641"/>
            <a:ext cx="2708313" cy="3100306"/>
          </a:xfrm>
          <a:custGeom>
            <a:avLst/>
            <a:gdLst/>
            <a:ahLst/>
            <a:cxnLst/>
            <a:rect r="r" b="b" t="t" l="l"/>
            <a:pathLst>
              <a:path h="3100306" w="2708313">
                <a:moveTo>
                  <a:pt x="0" y="0"/>
                </a:moveTo>
                <a:lnTo>
                  <a:pt x="2708313" y="0"/>
                </a:lnTo>
                <a:lnTo>
                  <a:pt x="2708313" y="3100306"/>
                </a:lnTo>
                <a:lnTo>
                  <a:pt x="0" y="31003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25430" y="1526381"/>
            <a:ext cx="4590211" cy="4046347"/>
          </a:xfrm>
          <a:custGeom>
            <a:avLst/>
            <a:gdLst/>
            <a:ahLst/>
            <a:cxnLst/>
            <a:rect r="r" b="b" t="t" l="l"/>
            <a:pathLst>
              <a:path h="4046347" w="4590211">
                <a:moveTo>
                  <a:pt x="0" y="0"/>
                </a:moveTo>
                <a:lnTo>
                  <a:pt x="4590211" y="0"/>
                </a:lnTo>
                <a:lnTo>
                  <a:pt x="4590211" y="4046347"/>
                </a:lnTo>
                <a:lnTo>
                  <a:pt x="0" y="4046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59137" y="9550"/>
            <a:ext cx="11139212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CYCLOHEXANE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11676" y="2648216"/>
            <a:ext cx="5801285" cy="22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18"/>
              </a:lnSpc>
            </a:pPr>
            <a:r>
              <a:rPr lang="en-US" sz="17761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C₆H₁₂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81085" y="7281289"/>
            <a:ext cx="5462467" cy="187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7"/>
              </a:lnSpc>
            </a:pPr>
            <a:r>
              <a:rPr lang="en-US" sz="14814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(CH₂)₆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434020" y="6484897"/>
            <a:ext cx="4341389" cy="2499588"/>
          </a:xfrm>
          <a:custGeom>
            <a:avLst/>
            <a:gdLst/>
            <a:ahLst/>
            <a:cxnLst/>
            <a:rect r="r" b="b" t="t" l="l"/>
            <a:pathLst>
              <a:path h="2499588" w="4341389">
                <a:moveTo>
                  <a:pt x="0" y="0"/>
                </a:moveTo>
                <a:lnTo>
                  <a:pt x="4341389" y="0"/>
                </a:lnTo>
                <a:lnTo>
                  <a:pt x="4341389" y="2499588"/>
                </a:lnTo>
                <a:lnTo>
                  <a:pt x="0" y="24995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495026" y="1512307"/>
            <a:ext cx="3558495" cy="3781417"/>
          </a:xfrm>
          <a:custGeom>
            <a:avLst/>
            <a:gdLst/>
            <a:ahLst/>
            <a:cxnLst/>
            <a:rect r="r" b="b" t="t" l="l"/>
            <a:pathLst>
              <a:path h="3781417" w="3558495">
                <a:moveTo>
                  <a:pt x="0" y="0"/>
                </a:moveTo>
                <a:lnTo>
                  <a:pt x="3558496" y="0"/>
                </a:lnTo>
                <a:lnTo>
                  <a:pt x="3558496" y="3781417"/>
                </a:lnTo>
                <a:lnTo>
                  <a:pt x="0" y="37814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377738" y="12008"/>
            <a:ext cx="13236397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CYCLOHEXANONE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4005" y="2745925"/>
            <a:ext cx="7464518" cy="22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18"/>
              </a:lnSpc>
            </a:pPr>
            <a:r>
              <a:rPr lang="en-US" sz="17761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C₆H₁₀O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8413" y="7195564"/>
            <a:ext cx="7658761" cy="178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6"/>
              </a:lnSpc>
            </a:pPr>
            <a:r>
              <a:rPr lang="en-US" sz="14114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(CH₂)₅CO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936398" y="1726864"/>
            <a:ext cx="2678567" cy="3898979"/>
          </a:xfrm>
          <a:custGeom>
            <a:avLst/>
            <a:gdLst/>
            <a:ahLst/>
            <a:cxnLst/>
            <a:rect r="r" b="b" t="t" l="l"/>
            <a:pathLst>
              <a:path h="3898979" w="2678567">
                <a:moveTo>
                  <a:pt x="0" y="0"/>
                </a:moveTo>
                <a:lnTo>
                  <a:pt x="2678567" y="0"/>
                </a:lnTo>
                <a:lnTo>
                  <a:pt x="2678567" y="3898979"/>
                </a:lnTo>
                <a:lnTo>
                  <a:pt x="0" y="38989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055697" y="6291641"/>
            <a:ext cx="6711407" cy="3141510"/>
          </a:xfrm>
          <a:custGeom>
            <a:avLst/>
            <a:gdLst/>
            <a:ahLst/>
            <a:cxnLst/>
            <a:rect r="r" b="b" t="t" l="l"/>
            <a:pathLst>
              <a:path h="3141510" w="6711407">
                <a:moveTo>
                  <a:pt x="0" y="0"/>
                </a:moveTo>
                <a:lnTo>
                  <a:pt x="6711407" y="0"/>
                </a:lnTo>
                <a:lnTo>
                  <a:pt x="6711407" y="3141510"/>
                </a:lnTo>
                <a:lnTo>
                  <a:pt x="0" y="31415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377738" y="12008"/>
            <a:ext cx="13236397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ACETAMINOPHEN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4005" y="2865159"/>
            <a:ext cx="7262534" cy="171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4"/>
              </a:lnSpc>
            </a:pPr>
            <a:r>
              <a:rPr lang="en-US" sz="13542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C₈H₉NO₂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18855" y="6770647"/>
            <a:ext cx="6695700" cy="280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0"/>
              </a:lnSpc>
            </a:pPr>
            <a:r>
              <a:rPr lang="en-US" sz="11430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HOC₆H₄NHCOCH₃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009429" y="1748378"/>
            <a:ext cx="3913598" cy="3775553"/>
          </a:xfrm>
          <a:custGeom>
            <a:avLst/>
            <a:gdLst/>
            <a:ahLst/>
            <a:cxnLst/>
            <a:rect r="r" b="b" t="t" l="l"/>
            <a:pathLst>
              <a:path h="3775553" w="3913598">
                <a:moveTo>
                  <a:pt x="0" y="0"/>
                </a:moveTo>
                <a:lnTo>
                  <a:pt x="3913598" y="0"/>
                </a:lnTo>
                <a:lnTo>
                  <a:pt x="3913598" y="3775552"/>
                </a:lnTo>
                <a:lnTo>
                  <a:pt x="0" y="3775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11247964" y="6407788"/>
            <a:ext cx="3907656" cy="2850512"/>
          </a:xfrm>
          <a:custGeom>
            <a:avLst/>
            <a:gdLst/>
            <a:ahLst/>
            <a:cxnLst/>
            <a:rect r="r" b="b" t="t" l="l"/>
            <a:pathLst>
              <a:path h="2850512" w="3907656">
                <a:moveTo>
                  <a:pt x="0" y="2850512"/>
                </a:moveTo>
                <a:lnTo>
                  <a:pt x="3907656" y="2850512"/>
                </a:lnTo>
                <a:lnTo>
                  <a:pt x="3907656" y="0"/>
                </a:lnTo>
                <a:lnTo>
                  <a:pt x="0" y="0"/>
                </a:lnTo>
                <a:lnTo>
                  <a:pt x="0" y="2850512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087401" y="-33044"/>
            <a:ext cx="6113198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ASPIRIN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4005" y="2931834"/>
            <a:ext cx="8557630" cy="201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9"/>
              </a:lnSpc>
            </a:pPr>
            <a:r>
              <a:rPr lang="en-US" sz="1595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C₉H₈O₄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18855" y="6770647"/>
            <a:ext cx="7118319" cy="280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0"/>
              </a:lnSpc>
            </a:pPr>
            <a:r>
              <a:rPr lang="en-US" sz="11430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CH₃COOC₆H₄COOH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1912" y="-665830"/>
            <a:ext cx="4125749" cy="3630659"/>
          </a:xfrm>
          <a:custGeom>
            <a:avLst/>
            <a:gdLst/>
            <a:ahLst/>
            <a:cxnLst/>
            <a:rect r="r" b="b" t="t" l="l"/>
            <a:pathLst>
              <a:path h="3630659" w="4125749">
                <a:moveTo>
                  <a:pt x="0" y="0"/>
                </a:moveTo>
                <a:lnTo>
                  <a:pt x="4125748" y="0"/>
                </a:lnTo>
                <a:lnTo>
                  <a:pt x="4125748" y="3630659"/>
                </a:lnTo>
                <a:lnTo>
                  <a:pt x="0" y="3630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752362">
            <a:off x="-1388535" y="-691307"/>
            <a:ext cx="4545203" cy="3681614"/>
          </a:xfrm>
          <a:custGeom>
            <a:avLst/>
            <a:gdLst/>
            <a:ahLst/>
            <a:cxnLst/>
            <a:rect r="r" b="b" t="t" l="l"/>
            <a:pathLst>
              <a:path h="3681614" w="4545203">
                <a:moveTo>
                  <a:pt x="4545203" y="3681614"/>
                </a:moveTo>
                <a:lnTo>
                  <a:pt x="0" y="3681614"/>
                </a:lnTo>
                <a:lnTo>
                  <a:pt x="0" y="0"/>
                </a:lnTo>
                <a:lnTo>
                  <a:pt x="4545203" y="0"/>
                </a:lnTo>
                <a:lnTo>
                  <a:pt x="4545203" y="36816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1802">
            <a:off x="11048016" y="7020333"/>
            <a:ext cx="5387791" cy="4902890"/>
          </a:xfrm>
          <a:custGeom>
            <a:avLst/>
            <a:gdLst/>
            <a:ahLst/>
            <a:cxnLst/>
            <a:rect r="r" b="b" t="t" l="l"/>
            <a:pathLst>
              <a:path h="4902890" w="5387791">
                <a:moveTo>
                  <a:pt x="0" y="0"/>
                </a:moveTo>
                <a:lnTo>
                  <a:pt x="5387791" y="0"/>
                </a:lnTo>
                <a:lnTo>
                  <a:pt x="5387791" y="4902889"/>
                </a:lnTo>
                <a:lnTo>
                  <a:pt x="0" y="4902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92063" y="5453476"/>
            <a:ext cx="7967237" cy="4018302"/>
            <a:chOff x="0" y="0"/>
            <a:chExt cx="4684054" cy="236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2063" y="1293869"/>
            <a:ext cx="7967237" cy="4018302"/>
            <a:chOff x="0" y="0"/>
            <a:chExt cx="4684054" cy="2362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60782" y="4230423"/>
            <a:ext cx="4217917" cy="4260522"/>
          </a:xfrm>
          <a:custGeom>
            <a:avLst/>
            <a:gdLst/>
            <a:ahLst/>
            <a:cxnLst/>
            <a:rect r="r" b="b" t="t" l="l"/>
            <a:pathLst>
              <a:path h="4260522" w="4217917">
                <a:moveTo>
                  <a:pt x="0" y="0"/>
                </a:moveTo>
                <a:lnTo>
                  <a:pt x="4217916" y="0"/>
                </a:lnTo>
                <a:lnTo>
                  <a:pt x="4217916" y="4260522"/>
                </a:lnTo>
                <a:lnTo>
                  <a:pt x="0" y="4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293869"/>
            <a:ext cx="7967237" cy="4018302"/>
            <a:chOff x="0" y="0"/>
            <a:chExt cx="4684054" cy="2362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453476"/>
            <a:ext cx="7967237" cy="4018302"/>
            <a:chOff x="0" y="0"/>
            <a:chExt cx="4684054" cy="2362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4054" cy="2362454"/>
            </a:xfrm>
            <a:custGeom>
              <a:avLst/>
              <a:gdLst/>
              <a:ahLst/>
              <a:cxnLst/>
              <a:rect r="r" b="b" t="t" l="l"/>
              <a:pathLst>
                <a:path h="2362454" w="4684054">
                  <a:moveTo>
                    <a:pt x="4684054" y="97172"/>
                  </a:moveTo>
                  <a:lnTo>
                    <a:pt x="4684054" y="2265282"/>
                  </a:lnTo>
                  <a:cubicBezTo>
                    <a:pt x="4684054" y="2318949"/>
                    <a:pt x="4640548" y="2362454"/>
                    <a:pt x="4586882" y="2362454"/>
                  </a:cubicBezTo>
                  <a:lnTo>
                    <a:pt x="97172" y="2362454"/>
                  </a:lnTo>
                  <a:cubicBezTo>
                    <a:pt x="71400" y="2362454"/>
                    <a:pt x="46684" y="2352216"/>
                    <a:pt x="28461" y="2333993"/>
                  </a:cubicBezTo>
                  <a:cubicBezTo>
                    <a:pt x="10238" y="2315770"/>
                    <a:pt x="0" y="2291054"/>
                    <a:pt x="0" y="2265282"/>
                  </a:cubicBezTo>
                  <a:lnTo>
                    <a:pt x="0" y="97172"/>
                  </a:lnTo>
                  <a:cubicBezTo>
                    <a:pt x="0" y="43505"/>
                    <a:pt x="43505" y="0"/>
                    <a:pt x="97172" y="0"/>
                  </a:cubicBezTo>
                  <a:lnTo>
                    <a:pt x="4586882" y="0"/>
                  </a:lnTo>
                  <a:cubicBezTo>
                    <a:pt x="4612653" y="0"/>
                    <a:pt x="4637369" y="10238"/>
                    <a:pt x="4655593" y="28461"/>
                  </a:cubicBezTo>
                  <a:cubicBezTo>
                    <a:pt x="4673816" y="46684"/>
                    <a:pt x="4684054" y="71400"/>
                    <a:pt x="4684054" y="97172"/>
                  </a:cubicBezTo>
                  <a:close/>
                </a:path>
              </a:pathLst>
            </a:custGeom>
            <a:solidFill>
              <a:srgbClr val="59C0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84054" cy="240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8644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5047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14555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8" y="0"/>
                </a:lnTo>
                <a:lnTo>
                  <a:pt x="403968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35898" y="9614653"/>
            <a:ext cx="403968" cy="418620"/>
          </a:xfrm>
          <a:custGeom>
            <a:avLst/>
            <a:gdLst/>
            <a:ahLst/>
            <a:cxnLst/>
            <a:rect r="r" b="b" t="t" l="l"/>
            <a:pathLst>
              <a:path h="418620" w="403968">
                <a:moveTo>
                  <a:pt x="0" y="0"/>
                </a:moveTo>
                <a:lnTo>
                  <a:pt x="403969" y="0"/>
                </a:lnTo>
                <a:lnTo>
                  <a:pt x="403969" y="418620"/>
                </a:lnTo>
                <a:lnTo>
                  <a:pt x="0" y="41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962300" y="1628937"/>
            <a:ext cx="4155134" cy="3824538"/>
          </a:xfrm>
          <a:custGeom>
            <a:avLst/>
            <a:gdLst/>
            <a:ahLst/>
            <a:cxnLst/>
            <a:rect r="r" b="b" t="t" l="l"/>
            <a:pathLst>
              <a:path h="3824538" w="4155134">
                <a:moveTo>
                  <a:pt x="0" y="0"/>
                </a:moveTo>
                <a:lnTo>
                  <a:pt x="4155134" y="0"/>
                </a:lnTo>
                <a:lnTo>
                  <a:pt x="4155134" y="3824539"/>
                </a:lnTo>
                <a:lnTo>
                  <a:pt x="0" y="38245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984457" y="6291641"/>
            <a:ext cx="4110820" cy="3108679"/>
          </a:xfrm>
          <a:custGeom>
            <a:avLst/>
            <a:gdLst/>
            <a:ahLst/>
            <a:cxnLst/>
            <a:rect r="r" b="b" t="t" l="l"/>
            <a:pathLst>
              <a:path h="3108679" w="4110820">
                <a:moveTo>
                  <a:pt x="0" y="0"/>
                </a:moveTo>
                <a:lnTo>
                  <a:pt x="4110819" y="0"/>
                </a:lnTo>
                <a:lnTo>
                  <a:pt x="4110819" y="3108680"/>
                </a:lnTo>
                <a:lnTo>
                  <a:pt x="0" y="31086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09431" y="64670"/>
            <a:ext cx="7469137" cy="163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</a:pP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Caffe</a:t>
            </a:r>
            <a:r>
              <a:rPr lang="en-US" sz="12216">
                <a:solidFill>
                  <a:srgbClr val="0D2C7D"/>
                </a:solidFill>
                <a:latin typeface="Ketchup Manis"/>
                <a:ea typeface="Ketchup Manis"/>
                <a:cs typeface="Ketchup Manis"/>
                <a:sym typeface="Ketchup Manis"/>
              </a:rPr>
              <a:t>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7867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atom count verified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1215" y="1607557"/>
            <a:ext cx="5191812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LEWIS STRUCTURE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48176" y="1607557"/>
            <a:ext cx="6385038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MOLECULAR FORMULA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8176" y="5844918"/>
            <a:ext cx="7288998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4026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CONDENSED STRUCTURAL FORMULA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1215" y="5844918"/>
            <a:ext cx="5628545" cy="51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b="true" sz="4026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BOND LINE FORMULA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4465" y="2818505"/>
            <a:ext cx="7735706" cy="154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12257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C₈H₁₀N₄O₂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48176" y="6770647"/>
            <a:ext cx="7288998" cy="145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0"/>
              </a:lnSpc>
            </a:pPr>
            <a:r>
              <a:rPr lang="en-US" sz="11430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C₈H₁₀N₄O₂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87590" y="9681328"/>
            <a:ext cx="3285255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valence checked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5937" y="9681328"/>
            <a:ext cx="3458987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bond order checked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01792" y="9681328"/>
            <a:ext cx="4789694" cy="35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763">
                <a:solidFill>
                  <a:srgbClr val="0D2C7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same connectivity confirmed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44822" y="8331413"/>
            <a:ext cx="6334992" cy="35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"/>
              </a:lnSpc>
            </a:pPr>
            <a:r>
              <a:rPr lang="en-US" sz="1527" b="true">
                <a:solidFill>
                  <a:srgbClr val="0D2C7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(cannot be written as a simple, continuous linear condensed formula because caffeine consists of a bicyclic ring system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DAHYRYl05Tk</dc:identifier>
  <dcterms:modified xsi:type="dcterms:W3CDTF">2011-08-01T06:04:30Z</dcterms:modified>
  <cp:revision>1</cp:revision>
  <dc:title>Blue Navy  Modern Textured Science Molecular Health Presentation</dc:title>
</cp:coreProperties>
</file>